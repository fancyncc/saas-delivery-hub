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id: DRAFT-204</a:t>
            </a:r>
          </a:p>
          <a:p>
            <a:r>
              <a:t>limit: 41</a:t>
            </a:r>
          </a:p>
          <a:p>
            <a:r>
              <a:t>fields: id, owner, created_at, status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conditions: Review before publication; withdrawn manuscripts must not be published.</a:t>
            </a:r>
          </a:p>
          <a:p>
            <a:r>
              <a:t>ARCHIVE-999 uses a separate limit of 999. 此限制不适用于当前对象。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